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  <p:sldId id="263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11/19/2025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POE Final PROG6212 PowerPoint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St10258513 Clifford Naude Group 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802C6-E825-ADCF-9717-D90F403C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Update from part 2 to part 3 Based on lecturer comments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4A779-62FC-7B6C-79DC-59A2663BD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Added document column in the table with view and download buttons for the managers to view the documents from the </a:t>
            </a:r>
            <a:r>
              <a:rPr lang="en-GB" dirty="0" err="1"/>
              <a:t>lectureres</a:t>
            </a:r>
            <a:r>
              <a:rPr lang="en-GB" dirty="0"/>
              <a:t> based on the lecturer feedback. </a:t>
            </a:r>
          </a:p>
          <a:p>
            <a:r>
              <a:rPr lang="en-GB" dirty="0"/>
              <a:t>Used more descriptive comments in my </a:t>
            </a:r>
            <a:r>
              <a:rPr lang="en-GB" dirty="0" err="1"/>
              <a:t>github</a:t>
            </a:r>
            <a:r>
              <a:rPr lang="en-GB" dirty="0"/>
              <a:t> comment submission as asked by the lecturer Created SQL database and </a:t>
            </a:r>
            <a:r>
              <a:rPr lang="en-GB" dirty="0" err="1"/>
              <a:t>adpated</a:t>
            </a:r>
            <a:r>
              <a:rPr lang="en-GB" dirty="0"/>
              <a:t> the project to use the database and migrate to it.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10169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4DAB-8CF5-C316-D9CD-1C28BC5D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Detail design and key features for part 3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D3490-89D4-38A1-6B64-E84A00AB3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Used SSMS for local database while I worked on the application.</a:t>
            </a:r>
          </a:p>
          <a:p>
            <a:r>
              <a:rPr lang="en-GB" dirty="0"/>
              <a:t>Added 2 </a:t>
            </a:r>
            <a:r>
              <a:rPr lang="en-GB" dirty="0" err="1"/>
              <a:t>viewmodels</a:t>
            </a:r>
            <a:r>
              <a:rPr lang="en-GB" dirty="0"/>
              <a:t> to help with the flow of data within the project. </a:t>
            </a:r>
          </a:p>
          <a:p>
            <a:r>
              <a:rPr lang="en-GB" dirty="0"/>
              <a:t>Added HR controller Added Hr views with CRUD </a:t>
            </a:r>
            <a:r>
              <a:rPr lang="en-GB" dirty="0" err="1"/>
              <a:t>implimented</a:t>
            </a:r>
            <a:r>
              <a:rPr lang="en-GB" dirty="0"/>
              <a:t> </a:t>
            </a:r>
          </a:p>
          <a:p>
            <a:r>
              <a:rPr lang="en-GB" dirty="0"/>
              <a:t>Added View and functions for </a:t>
            </a:r>
            <a:r>
              <a:rPr lang="en-GB" dirty="0" err="1"/>
              <a:t>ClaimsReport</a:t>
            </a:r>
            <a:r>
              <a:rPr lang="en-GB" dirty="0"/>
              <a:t> to generate pdf based on the data from the database per lecturers claim that has been approved. </a:t>
            </a:r>
          </a:p>
          <a:p>
            <a:r>
              <a:rPr lang="en-GB" dirty="0"/>
              <a:t>Using SQL Database so store the information</a:t>
            </a:r>
          </a:p>
          <a:p>
            <a:endParaRPr lang="en-GB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6134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AFE0A-64E4-DB70-AA5F-F31C40AA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HR Controller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42E1E-21EA-D777-5098-F2350BF244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the download PDF method that will generate</a:t>
            </a:r>
          </a:p>
          <a:p>
            <a:pPr marL="0" indent="0">
              <a:buNone/>
            </a:pPr>
            <a:r>
              <a:rPr lang="en-GB" dirty="0"/>
              <a:t>the PDF of the query based on each lecturer’s claim</a:t>
            </a:r>
          </a:p>
          <a:p>
            <a:pPr marL="0" indent="0">
              <a:buNone/>
            </a:pPr>
            <a:r>
              <a:rPr lang="en-GB" dirty="0"/>
              <a:t>That has been approved. It checks the username of the</a:t>
            </a:r>
          </a:p>
          <a:p>
            <a:pPr marL="0" indent="0">
              <a:buNone/>
            </a:pPr>
            <a:r>
              <a:rPr lang="en-GB" dirty="0"/>
              <a:t>Lecturer and checks if the claim is approved. </a:t>
            </a:r>
          </a:p>
          <a:p>
            <a:pPr marL="0" indent="0">
              <a:buNone/>
            </a:pPr>
            <a:r>
              <a:rPr lang="en-GB" dirty="0"/>
              <a:t>It then collects all the data into the </a:t>
            </a:r>
            <a:r>
              <a:rPr lang="en-GB" dirty="0" err="1"/>
              <a:t>claimInvoiceViewModel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And uses </a:t>
            </a:r>
            <a:r>
              <a:rPr lang="en-GB" dirty="0" err="1"/>
              <a:t>Rotativa</a:t>
            </a:r>
            <a:r>
              <a:rPr lang="en-GB" dirty="0"/>
              <a:t> to generate the pdf from the result</a:t>
            </a:r>
          </a:p>
          <a:p>
            <a:pPr marL="0" indent="0">
              <a:buNone/>
            </a:pPr>
            <a:r>
              <a:rPr lang="en-GB" dirty="0"/>
              <a:t>Of the </a:t>
            </a:r>
            <a:r>
              <a:rPr lang="en-GB" dirty="0" err="1"/>
              <a:t>ViewAsPdf</a:t>
            </a:r>
            <a:r>
              <a:rPr lang="en-GB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4D854A-E73D-0992-A636-583C031BD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151" y="702156"/>
            <a:ext cx="5959356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592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59F1C-E3A5-D763-975A-6E6B44170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View PDF Method Of HR controller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2286B-C37E-054C-BCBF-57E3CFC2A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is method used by a button in the razor</a:t>
            </a:r>
          </a:p>
          <a:p>
            <a:pPr marL="0" indent="0">
              <a:buNone/>
            </a:pPr>
            <a:r>
              <a:rPr lang="en-GB" dirty="0"/>
              <a:t>View that allows us to view the query report in</a:t>
            </a:r>
          </a:p>
          <a:p>
            <a:pPr marL="0" indent="0">
              <a:buNone/>
            </a:pPr>
            <a:r>
              <a:rPr lang="en-GB" dirty="0"/>
              <a:t>The browser allowing for more easier viewing for </a:t>
            </a:r>
          </a:p>
          <a:p>
            <a:pPr marL="0" indent="0">
              <a:buNone/>
            </a:pPr>
            <a:r>
              <a:rPr lang="en-GB" dirty="0"/>
              <a:t>The hr.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E59B1D-8AF3-110F-D556-7CBEBCBA6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625" y="1997205"/>
            <a:ext cx="6485182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979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179C3-D1D1-8F54-0CE9-F0B28C2AB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for the razor view in the Hr Folded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15025-1C18-2F2A-6938-5DADE4423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861" y="2331533"/>
            <a:ext cx="11029615" cy="3634486"/>
          </a:xfrm>
        </p:spPr>
        <p:txBody>
          <a:bodyPr/>
          <a:lstStyle/>
          <a:p>
            <a:r>
              <a:rPr lang="en-GB" dirty="0"/>
              <a:t>This method displays the report to the HR</a:t>
            </a:r>
          </a:p>
          <a:p>
            <a:pPr marL="0" indent="0">
              <a:buNone/>
            </a:pPr>
            <a:r>
              <a:rPr lang="en-GB" dirty="0"/>
              <a:t>And links the navigation link in the header to</a:t>
            </a:r>
          </a:p>
          <a:p>
            <a:pPr marL="0" indent="0">
              <a:buNone/>
            </a:pPr>
            <a:r>
              <a:rPr lang="en-GB" dirty="0"/>
              <a:t>The razor page. 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608E0-3947-B6B7-A231-2AFC6B4D6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109" y="1980967"/>
            <a:ext cx="6675698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24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2C36-71EF-F415-BF73-3EDE40412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Lecturer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47D55-3B98-3955-3F14-D1CE129F3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This method allows the HR to create a </a:t>
            </a:r>
          </a:p>
          <a:p>
            <a:pPr marL="0" indent="0">
              <a:buNone/>
            </a:pPr>
            <a:r>
              <a:rPr lang="en-GB" b="1" dirty="0"/>
              <a:t>Lecturer user and save the information</a:t>
            </a:r>
          </a:p>
          <a:p>
            <a:pPr marL="0" indent="0">
              <a:buNone/>
            </a:pPr>
            <a:r>
              <a:rPr lang="en-GB" b="1" dirty="0"/>
              <a:t>To the database.</a:t>
            </a:r>
            <a:endParaRPr lang="en-Z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7F9980-AD63-EF56-F0DF-A16DE6B72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129" y="1039734"/>
            <a:ext cx="6751905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64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3918-0488-33FC-FA08-E4666B9E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Admin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FD5D-8329-80E1-5831-FB1B5CD18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allows the HR to create the admin user</a:t>
            </a:r>
          </a:p>
          <a:p>
            <a:pPr marL="0" indent="0">
              <a:buNone/>
            </a:pPr>
            <a:r>
              <a:rPr lang="en-GB" dirty="0"/>
              <a:t>And save the information to the database.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2A4DD-0C15-9665-E30C-AE64EFC21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004" y="851864"/>
            <a:ext cx="6271803" cy="5303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8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65DA-07D7-7B8F-8E3E-FADB587A0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Index for Hr Controller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ED19-99A0-5DFF-133B-75F9D5B5A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method allows</a:t>
            </a:r>
          </a:p>
          <a:p>
            <a:pPr marL="0" indent="0">
              <a:buNone/>
            </a:pPr>
            <a:r>
              <a:rPr lang="en-GB" dirty="0"/>
              <a:t>Hr to view all the claims</a:t>
            </a:r>
          </a:p>
          <a:p>
            <a:pPr marL="0" indent="0">
              <a:buNone/>
            </a:pPr>
            <a:r>
              <a:rPr lang="en-GB" dirty="0"/>
              <a:t>Approved by sending </a:t>
            </a:r>
          </a:p>
          <a:p>
            <a:pPr marL="0" indent="0">
              <a:buNone/>
            </a:pPr>
            <a:r>
              <a:rPr lang="en-GB" dirty="0"/>
              <a:t>The users through the</a:t>
            </a:r>
          </a:p>
          <a:p>
            <a:pPr marL="0" indent="0">
              <a:buNone/>
            </a:pPr>
            <a:r>
              <a:rPr lang="en-GB" dirty="0"/>
              <a:t>Model.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015B35-3CE8-2D61-0B0D-EC4F267CA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6424" y="2043924"/>
            <a:ext cx="8985380" cy="3931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1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5E0BA-C1E3-1E45-A063-9A65B0486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Admin Controller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FAE35-37EA-D3D2-C48E-B5DD97CC86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method allows </a:t>
            </a:r>
          </a:p>
          <a:p>
            <a:pPr marL="0" indent="0">
              <a:buNone/>
            </a:pPr>
            <a:r>
              <a:rPr lang="en-GB" dirty="0"/>
              <a:t>The admins to view/</a:t>
            </a:r>
          </a:p>
          <a:p>
            <a:pPr marL="0" indent="0">
              <a:buNone/>
            </a:pPr>
            <a:r>
              <a:rPr lang="en-GB" dirty="0"/>
              <a:t>Download the document</a:t>
            </a:r>
          </a:p>
          <a:p>
            <a:pPr marL="0" indent="0">
              <a:buNone/>
            </a:pPr>
            <a:r>
              <a:rPr lang="en-GB" dirty="0"/>
              <a:t>From the lecturers claims</a:t>
            </a:r>
          </a:p>
          <a:p>
            <a:pPr marL="0" indent="0">
              <a:buNone/>
            </a:pPr>
            <a:r>
              <a:rPr lang="en-GB" dirty="0"/>
              <a:t>As request by the </a:t>
            </a:r>
          </a:p>
          <a:p>
            <a:pPr marL="0" indent="0">
              <a:buNone/>
            </a:pPr>
            <a:r>
              <a:rPr lang="en-GB" dirty="0"/>
              <a:t>Lecturer in the comments</a:t>
            </a:r>
          </a:p>
          <a:p>
            <a:pPr marL="0" indent="0">
              <a:buNone/>
            </a:pPr>
            <a:r>
              <a:rPr lang="en-GB" dirty="0"/>
              <a:t>Of part 2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E8980-7CBF-E8E4-C994-5E3B79D3E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41" y="2119635"/>
            <a:ext cx="9121930" cy="4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309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8DFC-56E8-04BB-12BF-4E59E68D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Razor view of one of the admins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FF1D0-DB1D-C664-6BAF-172225B14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This shows that I had</a:t>
            </a:r>
          </a:p>
          <a:p>
            <a:pPr marL="0" indent="0">
              <a:buNone/>
            </a:pPr>
            <a:r>
              <a:rPr lang="en-GB" dirty="0"/>
              <a:t>Included the document </a:t>
            </a:r>
          </a:p>
          <a:p>
            <a:pPr marL="0" indent="0">
              <a:buNone/>
            </a:pPr>
            <a:r>
              <a:rPr lang="en-GB" dirty="0"/>
              <a:t>Column for the admins to </a:t>
            </a:r>
          </a:p>
          <a:p>
            <a:pPr marL="0" indent="0">
              <a:buNone/>
            </a:pPr>
            <a:r>
              <a:rPr lang="en-GB" dirty="0"/>
              <a:t>View lecturers document as</a:t>
            </a:r>
          </a:p>
          <a:p>
            <a:pPr marL="0" indent="0">
              <a:buNone/>
            </a:pPr>
            <a:r>
              <a:rPr lang="en-GB" dirty="0"/>
              <a:t>Requested by the lecturer</a:t>
            </a:r>
          </a:p>
          <a:p>
            <a:pPr marL="0" indent="0">
              <a:buNone/>
            </a:pPr>
            <a:r>
              <a:rPr lang="en-GB" dirty="0"/>
              <a:t>In part 2 comments.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026BF-C06F-138A-72A8-2898AA977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731" y="1890876"/>
            <a:ext cx="8866604" cy="457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61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61DB7-2EA9-A6AA-1820-DE1ECDB585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Thank You for Viewing my project for Contract Monthly Claims System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917592-8116-924C-2420-4D7F5EEE5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GB" dirty="0"/>
              <a:t>From </a:t>
            </a:r>
            <a:r>
              <a:rPr lang="en-GB"/>
              <a:t>Clifford Naude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6142345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{19C23025-810D-4B60-8A89-AD479892EDE7}tf33552983_win32</Template>
  <TotalTime>56</TotalTime>
  <Words>418</Words>
  <Application>Microsoft Office PowerPoint</Application>
  <PresentationFormat>Widescreen</PresentationFormat>
  <Paragraphs>58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Franklin Gothic Book</vt:lpstr>
      <vt:lpstr>Franklin Gothic Demi</vt:lpstr>
      <vt:lpstr>Wingdings 2</vt:lpstr>
      <vt:lpstr>DividendVTI</vt:lpstr>
      <vt:lpstr>POE Final PROG6212 PowerPoint</vt:lpstr>
      <vt:lpstr>Update from part 2 to part 3 Based on lecturer comments</vt:lpstr>
      <vt:lpstr>Detail design and key features for part 3</vt:lpstr>
      <vt:lpstr>HR Controller</vt:lpstr>
      <vt:lpstr>View PDF Method Of HR controller</vt:lpstr>
      <vt:lpstr>Method for the razor view in the Hr Folded</vt:lpstr>
      <vt:lpstr>Create Lecturer</vt:lpstr>
      <vt:lpstr>Create Admin</vt:lpstr>
      <vt:lpstr>Index for Hr Controller</vt:lpstr>
      <vt:lpstr>Admin Controller</vt:lpstr>
      <vt:lpstr>Razor view of one of the admins</vt:lpstr>
      <vt:lpstr>Thank You for Viewing my project for Contract Monthly Claims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Clifford Naude</dc:creator>
  <cp:lastModifiedBy>Clifford Naude</cp:lastModifiedBy>
  <cp:revision>6</cp:revision>
  <dcterms:created xsi:type="dcterms:W3CDTF">2025-11-19T10:43:30Z</dcterms:created>
  <dcterms:modified xsi:type="dcterms:W3CDTF">2025-11-19T11:39:46Z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